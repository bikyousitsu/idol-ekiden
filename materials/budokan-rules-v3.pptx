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97c69cbb94706" /><Relationship Type="http://schemas.openxmlformats.org/officeDocument/2006/relationships/extended-properties" Target="/docProps/app.xml" Id="R981e1f2ee72e4566" /><Relationship Type="http://schemas.openxmlformats.org/officeDocument/2006/relationships/officeDocument" Target="/ppt/presentation.xml" Id="R1b717b480f794f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4575e9a4994b7f"/>
  </p:sldMasterIdLst>
  <p:notesMasterIdLst>
    <p:notesMasterId xmlns:r="http://schemas.openxmlformats.org/officeDocument/2006/relationships" r:id="R9880889d4c104acd"/>
  </p:notesMasterIdLst>
  <p:sldIdLst>
    <p:sldId xmlns:r="http://schemas.openxmlformats.org/officeDocument/2006/relationships" id="256" r:id="R6d6dbf6ce81547d9"/>
    <p:sldId xmlns:r="http://schemas.openxmlformats.org/officeDocument/2006/relationships" id="257" r:id="Rfee0694f27e1497b"/>
    <p:sldId xmlns:r="http://schemas.openxmlformats.org/officeDocument/2006/relationships" id="258" r:id="Rc1c45a6f1545469e"/>
    <p:sldId xmlns:r="http://schemas.openxmlformats.org/officeDocument/2006/relationships" id="259" r:id="Rdfaf4283a3cf4a49"/>
    <p:sldId xmlns:r="http://schemas.openxmlformats.org/officeDocument/2006/relationships" id="260" r:id="R175d1e9eeaa34ec6"/>
    <p:sldId xmlns:r="http://schemas.openxmlformats.org/officeDocument/2006/relationships" id="261" r:id="R8602cb7cf4a145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a21f6dc304d74" /><Relationship Type="http://schemas.openxmlformats.org/officeDocument/2006/relationships/slideMaster" Target="/ppt/slideMasters/slideMaster1.xml" Id="R254575e9a4994b7f" /><Relationship Type="http://schemas.openxmlformats.org/officeDocument/2006/relationships/notesMaster" Target="/ppt/notesMasters/notesMaster1.xml" Id="R9880889d4c104acd" /><Relationship Type="http://schemas.openxmlformats.org/officeDocument/2006/relationships/presProps" Target="/ppt/presProps.xml" Id="Ra980af4f26e04bce" /><Relationship Type="http://schemas.openxmlformats.org/officeDocument/2006/relationships/tableStyles" Target="/ppt/tableStyles.xml" Id="R3671dc632bed4f1e" /><Relationship Type="http://schemas.openxmlformats.org/officeDocument/2006/relationships/slide" Target="/ppt/slides/slide1.xml" Id="R6d6dbf6ce81547d9" /><Relationship Type="http://schemas.openxmlformats.org/officeDocument/2006/relationships/slide" Target="/ppt/slides/slide2.xml" Id="Rfee0694f27e1497b" /><Relationship Type="http://schemas.openxmlformats.org/officeDocument/2006/relationships/slide" Target="/ppt/slides/slide3.xml" Id="Rc1c45a6f1545469e" /><Relationship Type="http://schemas.openxmlformats.org/officeDocument/2006/relationships/slide" Target="/ppt/slides/slide4.xml" Id="Rdfaf4283a3cf4a49" /><Relationship Type="http://schemas.openxmlformats.org/officeDocument/2006/relationships/slide" Target="/ppt/slides/slide5.xml" Id="R175d1e9eeaa34ec6" /><Relationship Type="http://schemas.openxmlformats.org/officeDocument/2006/relationships/slide" Target="/ppt/slides/slide6.xml" Id="R8602cb7cf4a145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e21043e4f8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fc9ec9f194d4a" /><Relationship Type="http://schemas.openxmlformats.org/officeDocument/2006/relationships/notesMaster" Target="/ppt/notesMasters/notesMaster1.xml" Id="R687c50132d6340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a135c415c40cd" /><Relationship Type="http://schemas.openxmlformats.org/officeDocument/2006/relationships/notesMaster" Target="/ppt/notesMasters/notesMaster1.xml" Id="Rb7292e1851cf4b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f08a0804794e94" /><Relationship Type="http://schemas.openxmlformats.org/officeDocument/2006/relationships/notesMaster" Target="/ppt/notesMasters/notesMaster1.xml" Id="R3a67c74e5a8b47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27d136cca14b3a" /><Relationship Type="http://schemas.openxmlformats.org/officeDocument/2006/relationships/notesMaster" Target="/ppt/notesMasters/notesMaster1.xml" Id="Ra2e7c94b8e554f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a0ace2669436a" /><Relationship Type="http://schemas.openxmlformats.org/officeDocument/2006/relationships/notesMaster" Target="/ppt/notesMasters/notesMaster1.xml" Id="Rd6f3cfa84e9140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ea15acda5c4ad2" /><Relationship Type="http://schemas.openxmlformats.org/officeDocument/2006/relationships/notesMaster" Target="/ppt/notesMasters/notesMaster1.xml" Id="Rd13e8d3ec06048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司会①・司会②の漫才中はこの表紙を表示。漫才を終えてから次へ。BGMを司会の声が聞こえる音量へ下げる。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司会①：まずは現在の順位を確認しましょう。</a:t>
            </a:r>
          </a:p>
          <a:p xmlns:a="http://schemas.openxmlformats.org/drawingml/2006/main">
            <a:r>
              <a:t>オペレーター：公開済みの budokan-rules-v3.html を使い、順位は自動で読み込む。2枚目で必要なら「順位更新」を押す。順位・ファン数・取得時刻を表示する。取得に失敗したときは前回の表示を消してエラーを示す。参加者ページへ切り替えて確認する。PPTX/PDFには順位データを焼き込まない。</a:t>
            </a:r>
          </a:p>
          <a:p xmlns:a="http://schemas.openxmlformats.org/drawingml/2006/main">
            <a:r>
              <a:t>司会②：ここまでの首位にも、追い上げるグループにも、まだ最後のステージがあります。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司会①：グループの挨拶から始めて、選んだ演目を披露してください。ダンス以外は挨拶も含めて3分です。ダンスは指定曲の1番を踊ります。全員が輝く姿を見せましょう。</a:t>
            </a:r>
          </a:p>
          <a:p xmlns:a="http://schemas.openxmlformats.org/drawingml/2006/main">
            <a:r>
              <a:t>司会②：古参ファンも応援で盛り上げてください。グループカラーの装飾も評価に入ります。出入りと転換は司会の合図に従ってください。</a:t>
            </a:r>
          </a:p>
          <a:p xmlns:a="http://schemas.openxmlformats.org/drawingml/2006/main">
            <a:r>
              <a:t>運営メモ：演目に使う音源、実尺、道具、入退場の動線を開演前に確認。ダンスが3分だとは断定しない。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司会①：武道館はこの5項目です。各審査員が60点満点で採点して、3人の平均点を使います。</a:t>
            </a:r>
          </a:p>
          <a:p xmlns:a="http://schemas.openxmlformats.org/drawingml/2006/main">
            <a:r>
              <a:t>司会②：衣装とグループカラーの装飾、面白さ、古参ファンの盛り上がり、そしてアイドル全員が輝いているかを見ます。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司会②：1点がファン1万人。武道館では最大60万人を獲得できます。全6組が終わってから一括で反映し、最後のファン数でメジャーデビューが決まります。</a:t>
            </a:r>
          </a:p>
          <a:p xmlns:a="http://schemas.openxmlformats.org/drawingml/2006/main">
            <a:r>
              <a:t>司会①：同じファン数なら武道館の平均点、さらに同点なら「アイドル全員が輝いているか」の評価で決め、そこまで同じなら共同受賞・共同メジャーデビューです。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司会①・司会②：それでは、最初のグループを紹介します！</a:t>
            </a:r>
          </a:p>
          <a:p xmlns:a="http://schemas.openxmlformats.org/drawingml/2006/main">
            <a:r>
              <a:t>オペレーター：出演順は別途確定した進行表を優先する。司会の紹介に合わせて演目のBGMを再生する。お題を選んだ順と出演順を混同しない。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出典：data/rules.json、docs/production/opening-latest-memo.md。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e58e998104e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41e71b1ee48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e25bae5f947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00aacec9b4e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6e220c22b44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3adb2213443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06BCDB-C22F-47BE-9ACA-5738911540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4B2592-B7B4-40DE-912D-97ECFFFAA3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C820D3-1C21-4032-8405-BEE9877B28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C92641-C4ED-4E13-910E-AB2E028A4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E7263B-35A6-4385-9530-550C0268E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F8DC7B-2469-445C-875E-6FB120529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059FEC-3A9A-4383-96CC-EFD00B590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EC2717-1084-4D7E-944E-E2BEF661FD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E97D5-B2BB-4C04-AD6F-BCF9E7A68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830C4F-40AE-43CD-9160-4AA979BBDE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ad8462fe0426b" /><Relationship Type="http://schemas.openxmlformats.org/officeDocument/2006/relationships/slideLayout" Target="/ppt/slideLayouts/slideLayout1.xml" Id="R77d001f9ee194bd3" /><Relationship Type="http://schemas.openxmlformats.org/officeDocument/2006/relationships/slideLayout" Target="/ppt/slideLayouts/slideLayout2.xml" Id="R82fc2931baa34690" /><Relationship Type="http://schemas.openxmlformats.org/officeDocument/2006/relationships/slideLayout" Target="/ppt/slideLayouts/slideLayout3.xml" Id="R0267f8bc54dd4f2e" /><Relationship Type="http://schemas.openxmlformats.org/officeDocument/2006/relationships/slideLayout" Target="/ppt/slideLayouts/slideLayout4.xml" Id="R3d88d3e6fab64536" /><Relationship Type="http://schemas.openxmlformats.org/officeDocument/2006/relationships/slideLayout" Target="/ppt/slideLayouts/slideLayout5.xml" Id="Rd763c900c3564e00" /><Relationship Type="http://schemas.openxmlformats.org/officeDocument/2006/relationships/slideLayout" Target="/ppt/slideLayouts/slideLayout6.xml" Id="R1c7bf999d7c1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001f9ee194bd3"/>
    <p:sldLayoutId xmlns:r="http://schemas.openxmlformats.org/officeDocument/2006/relationships" id="2147483650" r:id="R82fc2931baa34690"/>
    <p:sldLayoutId xmlns:r="http://schemas.openxmlformats.org/officeDocument/2006/relationships" id="2147483651" r:id="R0267f8bc54dd4f2e"/>
    <p:sldLayoutId xmlns:r="http://schemas.openxmlformats.org/officeDocument/2006/relationships" id="2147483652" r:id="R3d88d3e6fab64536"/>
    <p:sldLayoutId xmlns:r="http://schemas.openxmlformats.org/officeDocument/2006/relationships" id="2147483653" r:id="Rd763c900c3564e00"/>
    <p:sldLayoutId xmlns:r="http://schemas.openxmlformats.org/officeDocument/2006/relationships" id="2147483654" r:id="R1c7bf999d7c1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909d968174f88" /><Relationship Type="http://schemas.openxmlformats.org/officeDocument/2006/relationships/image" Target="/ppt/media/image.png" Id="R5a8fd5b9480445df" /><Relationship Type="http://schemas.openxmlformats.org/officeDocument/2006/relationships/notesSlide" Target="/ppt/notesSlides/notesSlide1.xml" Id="Rcbc39e1ce74d4c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dde987f2c4fba" /><Relationship Type="http://schemas.openxmlformats.org/officeDocument/2006/relationships/image" Target="/ppt/media/image2.png" Id="Rc2ea7af70ad24269" /><Relationship Type="http://schemas.openxmlformats.org/officeDocument/2006/relationships/notesSlide" Target="/ppt/notesSlides/notesSlide2.xml" Id="Rec9da180b68f40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03e73ba144f63" /><Relationship Type="http://schemas.openxmlformats.org/officeDocument/2006/relationships/notesSlide" Target="/ppt/notesSlides/notesSlide3.xml" Id="R3a33e96e43b843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c3d73f7a545be" /><Relationship Type="http://schemas.openxmlformats.org/officeDocument/2006/relationships/notesSlide" Target="/ppt/notesSlides/notesSlide4.xml" Id="R87d59eb60339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ba57de718406d" /><Relationship Type="http://schemas.openxmlformats.org/officeDocument/2006/relationships/notesSlide" Target="/ppt/notesSlides/notesSlide5.xml" Id="R6922e7971a8445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fcfde517e431c" /><Relationship Type="http://schemas.openxmlformats.org/officeDocument/2006/relationships/image" Target="/ppt/media/image3.png" Id="Rd22fb2bce9044edd" /><Relationship Type="http://schemas.openxmlformats.org/officeDocument/2006/relationships/notesSlide" Target="/ppt/notesSlides/notesSlide6.xml" Id="R57d32469463e4b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CC03D-381F-4D4B-BBC1-F2E622D5E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fd5b9480445d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CAE208-FECA-4A35-A6BF-FE2E0263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武道館スペシャルライブ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962B9AE-1EC2-4F55-80AB-F50C5C9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40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defRPr>
            </a:pPr>
            <a:r>
              <a:rPr sz="540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rPr>
              <a:t>MAJOR DEBUT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11DFC2A4-8D37-4D25-A75F-87B69E67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714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メジャーデビューをつかむ、最後のステージ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F4707C49-768A-4869-BC63-00BD0333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17:30 開演　／　6グループが出演</a:t>
            </a:r>
          </a:p>
        </p:txBody>
      </p:sp>
    </p:spTree>
    <p:extLst>
      <p:ext uri="{BB962C8B-B14F-4D97-AF65-F5344CB8AC3E}">
        <p14:creationId xmlns:p14="http://schemas.microsoft.com/office/powerpoint/2010/main" val="1419054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25C984-E91A-452B-8F10-A156C0A7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いまのファン数ランキングを確認する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BE76FB3-5764-437A-9783-E18FCCB5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現在順位を参加者ページで表示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696D18C-2670-42F1-B9C3-8FAE182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81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ここまでのファン数を確認し、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武道館ライブでの逆転を目指す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F463C40-E5A2-4BA7-B391-EB2B22C8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14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武道館で得たファン数を、最後に加算する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01F70-37A2-408C-90FE-1CA83AE0C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a7af70ad24269"/>
          <a:stretch xmlns:a="http://schemas.openxmlformats.org/drawingml/2006/main"/>
        </p:blipFill>
        <p:spPr>
          <a:xfrm xmlns:a="http://schemas.openxmlformats.org/drawingml/2006/main">
            <a:off x="8448675" y="2524125"/>
            <a:ext cx="2552700" cy="2552700"/>
          </a:xfrm>
          <a:prstGeom xmlns:a="http://schemas.openxmlformats.org/drawingml/2006/main" prst="rect">
            <a:avLst/>
          </a:prstGeom>
        </p:spPr>
      </p:pic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B79BEFBD-9D83-40F3-A291-1F0682C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67325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参加者ページの順位へ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69DBE3-F696-47D7-B037-1AD03CE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1865336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00861F-9121-451F-BE21-031EE146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アイドルは演目を披露し、古参ファンは応援する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A092AB0-504B-471A-890E-416C2267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0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アイドル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921B096-8DD5-4433-B358-5EFD44A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挨拶から始めて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選んだ演目を披露する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5A57ADF-826A-4048-9956-B6DFA9F5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挨拶も含めて3分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ダンスは指定曲1番を踊る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777B204-BC4D-4108-8F25-B8B207E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全アイドルが見えるように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披露する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57F8701-DDA7-4826-9CEC-6CDF1D3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0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古参ファン</a:t>
            </a:r>
          </a:p>
        </p:txBody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7943EB3D-6637-492C-AD02-1EBF7E1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声や推し活グッズで応援する</a:t>
            </a:r>
          </a:p>
        </p:txBody>
      </p:sp>
      <p:sp>
        <p:nvSpPr>
          <p:cNvPr id="8" name="body-6">
            <a:extLst xmlns:a="http://schemas.openxmlformats.org/drawingml/2006/main">
              <a:ext uri="{FF2B5EF4-FFF2-40B4-BE49-F238E27FC236}">
                <a16:creationId xmlns:a16="http://schemas.microsoft.com/office/drawing/2014/main" id="{CBD698CB-D5F6-4DC3-BA02-ECB286C4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グループカラーの装飾を見せる</a:t>
            </a:r>
          </a:p>
        </p:txBody>
      </p:sp>
      <p:sp>
        <p:nvSpPr>
          <p:cNvPr id="9" name="body-7">
            <a:extLst xmlns:a="http://schemas.openxmlformats.org/drawingml/2006/main">
              <a:ext uri="{FF2B5EF4-FFF2-40B4-BE49-F238E27FC236}">
                <a16:creationId xmlns:a16="http://schemas.microsoft.com/office/drawing/2014/main" id="{F30B3086-FF3E-4A64-965C-067A7DA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5105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出入りと転換は司会の案内に従う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BFA01D-7D00-4BF2-94AE-9C27852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308941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E7722-BC92-4968-993A-7053A2A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武道館は5項目60点、3人の平均点で評価する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142E0-10E2-4963-A8D7-DDFF91C2C572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7000875" cy="3981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460683"/>
                <a:gridCol w="1540193"/>
              </a:tblGrid>
              <a:tr h="6635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評価する項目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C8D3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満点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C8D3E9"/>
                      </a:solidFill>
                    </a:lnB>
                    <a:noFill/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ファンの盛り上がり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面白さ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アイドル全員が輝いているか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48536B"/>
                      </a:solidFill>
                    </a:lnB>
                    <a:noFill/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グループカラーの装飾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676FB4B-068F-4F5B-82D1-ABFF6862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62150"/>
            <a:ext cx="3324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各審査員が60点で採点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3人の平均点を使う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35CD8AD-49CB-44D4-B3BF-039EE644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432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rPr>
              <a:t>合計60点満点</a:t>
            </a:r>
          </a:p>
          <a:p xmlns:a="http://schemas.openxmlformats.org/drawingml/2006/main">
            <a:pPr>
              <a:defRPr sz="285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rPr>
              <a:t>1点＝1万人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AA6FE43-3829-458C-9993-2988C7F3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67250"/>
            <a:ext cx="3324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全6組の終了後に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最後の順位を発表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16EFE8-DA75-4460-9EBF-37E4F90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1159231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2D4953-C75F-443F-92AD-EF3C180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最後にファン数が最も多い組がメジャーデビュー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24CB5D2-13F2-40B2-8076-93C8E2F4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20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FF5C98"/>
                </a:solidFill>
                <a:latin typeface="Noto Sans JP"/>
                <a:ea typeface="Noto Sans JP"/>
                <a:cs typeface="Noto Sans JP"/>
              </a:rPr>
              <a:t>1点 ＝ 1万人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F6D9FA4-ED00-4307-8B15-1882342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武道館で最大60万人を加算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A39AD25-29CE-43B6-AA6B-D291894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3340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最終ファン数＝現在のファン数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＋武道館の平均点×1万人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FB426EB-5BC1-46E1-9D56-ED83944A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10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4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同じファン数になった場合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79A54DFA-0244-4075-911A-F89FB5AD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510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武道館の平均点で比較する</a:t>
            </a:r>
          </a:p>
        </p:txBody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C822C4D0-10F4-4953-8133-D495FE4F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5105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さらに同点なら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「全員が輝いているか」で比較する</a:t>
            </a:r>
          </a:p>
        </p:txBody>
      </p:sp>
      <p:sp>
        <p:nvSpPr>
          <p:cNvPr id="8" name="body-6">
            <a:extLst xmlns:a="http://schemas.openxmlformats.org/drawingml/2006/main">
              <a:ext uri="{FF2B5EF4-FFF2-40B4-BE49-F238E27FC236}">
                <a16:creationId xmlns:a16="http://schemas.microsoft.com/office/drawing/2014/main" id="{9814614D-3DE8-422D-95E6-20B72C26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48275"/>
            <a:ext cx="510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そこまで同じなら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共同受賞・共同メジャーデビュー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CCBF39-EE94-4E33-8B57-F09C73CD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B7C4DE"/>
                </a:solidFill>
                <a:latin typeface="Noto Sans JP"/>
                <a:ea typeface="Noto Sans JP"/>
                <a:cs typeface="Noto Sans JP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149525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006DA-2228-41AE-9E3F-B9FF6982CA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fb2bce9044e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436FC6-64EB-44D0-BF79-B7414DBC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さあ、ステージへ。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DA3CCD5-601C-466B-B750-8D1EC554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239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630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defRPr>
            </a:pPr>
            <a:r>
              <a:rPr sz="6300" b="1">
                <a:solidFill>
                  <a:srgbClr val="FF91B8"/>
                </a:solidFill>
                <a:latin typeface="Noto Sans JP"/>
                <a:ea typeface="Noto Sans JP"/>
                <a:cs typeface="Noto Sans JP"/>
              </a:rPr>
              <a:t>SHOW TIME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B1BE216A-8542-483E-89D6-07CC1E8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六つのグループ、それぞれの色で輝こう。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45CC4031-6219-43C7-99CC-FB64DC8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最初のグループを、拍手で迎えよう</a:t>
            </a:r>
          </a:p>
        </p:txBody>
      </p:sp>
    </p:spTree>
    <p:extLst>
      <p:ext uri="{BB962C8B-B14F-4D97-AF65-F5344CB8AC3E}">
        <p14:creationId xmlns:p14="http://schemas.microsoft.com/office/powerpoint/2010/main" val="1363059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2026-10-12T02:41:30.7180000Z</dcterms:created>
  <dcterms:modified xsi:type="dcterms:W3CDTF">2026-10-12T02:41:30.7180000Z</dcterms:modified>
</coreProperties>
</file>