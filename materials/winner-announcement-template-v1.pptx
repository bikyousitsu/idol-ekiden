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8e4d01b48d41d1" /><Relationship Type="http://schemas.openxmlformats.org/officeDocument/2006/relationships/extended-properties" Target="/docProps/app.xml" Id="R6b7ca66b4c804168" /><Relationship Type="http://schemas.openxmlformats.org/officeDocument/2006/relationships/officeDocument" Target="/ppt/presentation.xml" Id="R0fbff83c973d4b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ecb70f4ff74d01"/>
  </p:sldMasterIdLst>
  <p:notesMasterIdLst>
    <p:notesMasterId xmlns:r="http://schemas.openxmlformats.org/officeDocument/2006/relationships" r:id="R4b1ba5647ed04d7d"/>
  </p:notesMasterIdLst>
  <p:sldIdLst>
    <p:sldId xmlns:r="http://schemas.openxmlformats.org/officeDocument/2006/relationships" id="256" r:id="R1d75d76a535042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5dc93c2c1a4cdb" /><Relationship Type="http://schemas.openxmlformats.org/officeDocument/2006/relationships/slideMaster" Target="/ppt/slideMasters/slideMaster1.xml" Id="R98ecb70f4ff74d01" /><Relationship Type="http://schemas.openxmlformats.org/officeDocument/2006/relationships/notesMaster" Target="/ppt/notesMasters/notesMaster1.xml" Id="R4b1ba5647ed04d7d" /><Relationship Type="http://schemas.openxmlformats.org/officeDocument/2006/relationships/presProps" Target="/ppt/presProps.xml" Id="Ra1f17f13e6ad4682" /><Relationship Type="http://schemas.openxmlformats.org/officeDocument/2006/relationships/tableStyles" Target="/ppt/tableStyles.xml" Id="R71aab18d68f3422d" /><Relationship Type="http://schemas.openxmlformats.org/officeDocument/2006/relationships/slide" Target="/ppt/slides/slide1.xml" Id="R1d75d76a535042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388e2ce7248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11a3e81f34272" /><Relationship Type="http://schemas.openxmlformats.org/officeDocument/2006/relationships/notesMaster" Target="/ppt/notesMasters/notesMaster1.xml" Id="Re631521f0ee94f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これは当日差し替え用の1枚テンプレート。司会の発表前に、確定した優勝グループ名と獲得ファン数へ書き換えてから投影する。共同受賞なら全グループ名を記載し、「レコード大賞　共同受賞」「共同メジャーデビュー決定」に変更する。長い名前は意味の切れ目で2行にする。</a:t>
            </a:r>
          </a:p>
          <a:p xmlns:a="http://schemas.openxmlformats.org/drawingml/2006/main">
            <a:r>
              <a:t>デザイン背景はAIで生成した架空のステージ。実際の会場写真ではない。</a:t>
            </a:r>
          </a:p>
          <a:p xmlns:a="http://schemas.openxmlformats.org/drawingml/2006/main">
            <a:r>
              <a:t>設計参考：https://github.com/carnot-tech/consulting-pptx-skill/blob/main/references/slide-rules.md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f6f662dfb4e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c8af192bf240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9b2353b7847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1be170b834c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a3e59b8854d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6ab29e30149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3F24DE-8C18-43DA-ABDE-1FF2208AF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8D5C6A-4131-454B-8495-924B75965E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EEB3AA-E87E-4D98-B117-336E489DE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28FEF8-721C-4F14-B0E6-D725BAA15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7E5EEA-0E2F-43FD-9D2F-EBCF701FF4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4D0D22-6AF7-417C-81B5-9C6420C29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1A9C49-E89B-4F44-B9FD-F59EF09C3F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F2FB3E-1265-4EDF-98D7-5EB5575161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A59E6F-190D-4396-882D-32FCDDF60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376A3B-A48E-4671-8895-6EEA900640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24dfdea124024" /><Relationship Type="http://schemas.openxmlformats.org/officeDocument/2006/relationships/slideLayout" Target="/ppt/slideLayouts/slideLayout1.xml" Id="R42b01b10ce3349df" /><Relationship Type="http://schemas.openxmlformats.org/officeDocument/2006/relationships/slideLayout" Target="/ppt/slideLayouts/slideLayout2.xml" Id="R5b5f74ff61f148b1" /><Relationship Type="http://schemas.openxmlformats.org/officeDocument/2006/relationships/slideLayout" Target="/ppt/slideLayouts/slideLayout3.xml" Id="R5fabebb2fac646ef" /><Relationship Type="http://schemas.openxmlformats.org/officeDocument/2006/relationships/slideLayout" Target="/ppt/slideLayouts/slideLayout4.xml" Id="Ra3677a97ca71440c" /><Relationship Type="http://schemas.openxmlformats.org/officeDocument/2006/relationships/slideLayout" Target="/ppt/slideLayouts/slideLayout5.xml" Id="Rfb6d45e9517f48a2" /><Relationship Type="http://schemas.openxmlformats.org/officeDocument/2006/relationships/slideLayout" Target="/ppt/slideLayouts/slideLayout6.xml" Id="R4ba5ba0a616146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b01b10ce3349df"/>
    <p:sldLayoutId xmlns:r="http://schemas.openxmlformats.org/officeDocument/2006/relationships" id="2147483650" r:id="R5b5f74ff61f148b1"/>
    <p:sldLayoutId xmlns:r="http://schemas.openxmlformats.org/officeDocument/2006/relationships" id="2147483651" r:id="R5fabebb2fac646ef"/>
    <p:sldLayoutId xmlns:r="http://schemas.openxmlformats.org/officeDocument/2006/relationships" id="2147483652" r:id="Ra3677a97ca71440c"/>
    <p:sldLayoutId xmlns:r="http://schemas.openxmlformats.org/officeDocument/2006/relationships" id="2147483653" r:id="Rfb6d45e9517f48a2"/>
    <p:sldLayoutId xmlns:r="http://schemas.openxmlformats.org/officeDocument/2006/relationships" id="2147483654" r:id="R4ba5ba0a616146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29f9a9b734076" /><Relationship Type="http://schemas.openxmlformats.org/officeDocument/2006/relationships/image" Target="/ppt/media/image.png" Id="R10d223a6ff234399" /><Relationship Type="http://schemas.openxmlformats.org/officeDocument/2006/relationships/notesSlide" Target="/ppt/notesSlides/notesSlide1.xml" Id="R8abca3ea6ce24e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5CFBA-646C-420B-9271-A6445EE4E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223a6ff2343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award">
            <a:extLst xmlns:a="http://schemas.openxmlformats.org/drawingml/2006/main">
              <a:ext uri="{FF2B5EF4-FFF2-40B4-BE49-F238E27FC236}">
                <a16:creationId xmlns:a16="http://schemas.microsoft.com/office/drawing/2014/main" id="{53627AE0-A624-40EA-AE41-AE75564D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382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F9DB9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9DB91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9DB91"/>
                </a:solidFill>
                <a:latin typeface="Noto Sans JP"/>
                <a:ea typeface="Noto Sans JP"/>
                <a:cs typeface="Noto Sans JP"/>
              </a:rPr>
              <a:t>レコード大賞</a:t>
            </a:r>
          </a:p>
        </p:txBody>
      </p:sp>
      <p:sp>
        <p:nvSpPr>
          <p:cNvPr id="3" name="winner-name">
            <a:extLst xmlns:a="http://schemas.openxmlformats.org/drawingml/2006/main">
              <a:ext uri="{FF2B5EF4-FFF2-40B4-BE49-F238E27FC236}">
                <a16:creationId xmlns:a16="http://schemas.microsoft.com/office/drawing/2014/main" id="{E7ADFBCE-99B5-4051-AA3E-BCA07294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009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8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defRPr sz="8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優勝グループ名</a:t>
            </a:r>
          </a:p>
        </p:txBody>
      </p:sp>
      <p:sp>
        <p:nvSpPr>
          <p:cNvPr id="4" name="final-fans">
            <a:extLst xmlns:a="http://schemas.openxmlformats.org/drawingml/2006/main">
              <a:ext uri="{FF2B5EF4-FFF2-40B4-BE49-F238E27FC236}">
                <a16:creationId xmlns:a16="http://schemas.microsoft.com/office/drawing/2014/main" id="{CD32C47D-AE60-425D-B46C-D2D3A0E0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EEE5C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EEE5C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EEE5CC"/>
                </a:solidFill>
                <a:latin typeface="Noto Sans JP"/>
                <a:ea typeface="Noto Sans JP"/>
                <a:cs typeface="Noto Sans JP"/>
              </a:rPr>
              <a:t>獲得ファン数を入力</a:t>
            </a:r>
          </a:p>
        </p:txBody>
      </p:sp>
      <p:sp>
        <p:nvSpPr>
          <p:cNvPr id="5" name="debut">
            <a:extLst xmlns:a="http://schemas.openxmlformats.org/drawingml/2006/main">
              <a:ext uri="{FF2B5EF4-FFF2-40B4-BE49-F238E27FC236}">
                <a16:creationId xmlns:a16="http://schemas.microsoft.com/office/drawing/2014/main" id="{4A899252-8407-460D-93B7-B2B06C97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F9DB91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F9DB91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F9DB91"/>
                </a:solidFill>
                <a:latin typeface="Noto Sans JP"/>
                <a:ea typeface="Noto Sans JP"/>
                <a:cs typeface="Noto Sans JP"/>
              </a:rPr>
              <a:t>メジャーデビュー決定</a:t>
            </a:r>
          </a:p>
        </p:txBody>
      </p:sp>
    </p:spTree>
    <p:extLst>
      <p:ext uri="{BB962C8B-B14F-4D97-AF65-F5344CB8AC3E}">
        <p14:creationId xmlns:p14="http://schemas.microsoft.com/office/powerpoint/2010/main" val="2093451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2026-10-12T07:28:15.9580000Z</dcterms:created>
  <dcterms:modified xsi:type="dcterms:W3CDTF">2026-10-12T07:28:15.9580000Z</dcterms:modified>
</coreProperties>
</file>