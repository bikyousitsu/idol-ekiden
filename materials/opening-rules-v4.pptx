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9dcf78b934e86" /><Relationship Type="http://schemas.openxmlformats.org/officeDocument/2006/relationships/extended-properties" Target="/docProps/app.xml" Id="R0bb9cc79a4e348d3" /><Relationship Type="http://schemas.openxmlformats.org/officeDocument/2006/relationships/officeDocument" Target="/ppt/presentation.xml" Id="Rdb3e58552c3649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490afa073446e"/>
  </p:sldMasterIdLst>
  <p:notesMasterIdLst>
    <p:notesMasterId xmlns:r="http://schemas.openxmlformats.org/officeDocument/2006/relationships" r:id="R62ccb668807244ea"/>
  </p:notesMasterIdLst>
  <p:sldIdLst>
    <p:sldId xmlns:r="http://schemas.openxmlformats.org/officeDocument/2006/relationships" id="256" r:id="Rfff69dc121724d28"/>
    <p:sldId xmlns:r="http://schemas.openxmlformats.org/officeDocument/2006/relationships" id="257" r:id="R6cfc828228c543ae"/>
    <p:sldId xmlns:r="http://schemas.openxmlformats.org/officeDocument/2006/relationships" id="258" r:id="R2602c0341ab7461e"/>
    <p:sldId xmlns:r="http://schemas.openxmlformats.org/officeDocument/2006/relationships" id="259" r:id="R79e676ca10a34578"/>
    <p:sldId xmlns:r="http://schemas.openxmlformats.org/officeDocument/2006/relationships" id="260" r:id="Rd78d671d654344d7"/>
    <p:sldId xmlns:r="http://schemas.openxmlformats.org/officeDocument/2006/relationships" id="261" r:id="Rc87dd792736946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5ab717abd445c" /><Relationship Type="http://schemas.openxmlformats.org/officeDocument/2006/relationships/slideMaster" Target="/ppt/slideMasters/slideMaster1.xml" Id="Ra55490afa073446e" /><Relationship Type="http://schemas.openxmlformats.org/officeDocument/2006/relationships/notesMaster" Target="/ppt/notesMasters/notesMaster1.xml" Id="R62ccb668807244ea" /><Relationship Type="http://schemas.openxmlformats.org/officeDocument/2006/relationships/presProps" Target="/ppt/presProps.xml" Id="R01cdc30855fc40cb" /><Relationship Type="http://schemas.openxmlformats.org/officeDocument/2006/relationships/tableStyles" Target="/ppt/tableStyles.xml" Id="R000331b1482f404d" /><Relationship Type="http://schemas.openxmlformats.org/officeDocument/2006/relationships/slide" Target="/ppt/slides/slide1.xml" Id="Rfff69dc121724d28" /><Relationship Type="http://schemas.openxmlformats.org/officeDocument/2006/relationships/slide" Target="/ppt/slides/slide2.xml" Id="R6cfc828228c543ae" /><Relationship Type="http://schemas.openxmlformats.org/officeDocument/2006/relationships/slide" Target="/ppt/slides/slide3.xml" Id="R2602c0341ab7461e" /><Relationship Type="http://schemas.openxmlformats.org/officeDocument/2006/relationships/slide" Target="/ppt/slides/slide4.xml" Id="R79e676ca10a34578" /><Relationship Type="http://schemas.openxmlformats.org/officeDocument/2006/relationships/slide" Target="/ppt/slides/slide5.xml" Id="Rd78d671d654344d7" /><Relationship Type="http://schemas.openxmlformats.org/officeDocument/2006/relationships/slide" Target="/ppt/slides/slide6.xml" Id="Rc87dd7927369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06a60e2e84e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3e14bdfeee49e8" /><Relationship Type="http://schemas.openxmlformats.org/officeDocument/2006/relationships/notesMaster" Target="/ppt/notesMasters/notesMaster1.xml" Id="R5a3b31160ccc42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ee2ec819d4868" /><Relationship Type="http://schemas.openxmlformats.org/officeDocument/2006/relationships/notesMaster" Target="/ppt/notesMasters/notesMaster1.xml" Id="R9c797cef7534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bea3edc5a54f0e" /><Relationship Type="http://schemas.openxmlformats.org/officeDocument/2006/relationships/notesMaster" Target="/ppt/notesMasters/notesMaster1.xml" Id="Rc2bc3d0e4623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c6b46878724684" /><Relationship Type="http://schemas.openxmlformats.org/officeDocument/2006/relationships/notesMaster" Target="/ppt/notesMasters/notesMaster1.xml" Id="R323d9d6161f340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fa132777c42b5" /><Relationship Type="http://schemas.openxmlformats.org/officeDocument/2006/relationships/notesMaster" Target="/ppt/notesMasters/notesMaster1.xml" Id="R40881d2b4f934e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4460a263e4a68" /><Relationship Type="http://schemas.openxmlformats.org/officeDocument/2006/relationships/notesMaster" Target="/ppt/notesMasters/notesMaster1.xml" Id="R44f46e204a95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司会①：ようこそ、327アイドル駅伝へ！</a:t>
            </a:r>
          </a:p>
          <a:p xmlns:a="http://schemas.openxmlformats.org/drawingml/2006/main">
            <a:r>
              <a:t>司会②：今日ここから、六つのアイドルグループが誕生します。</a:t>
            </a:r>
          </a:p>
          <a:p xmlns:a="http://schemas.openxmlformats.org/drawingml/2006/main">
            <a:r>
              <a:t>運営：社長映像の終了後に表紙を表示。開始時間・価格・細かなルールは表紙に記載しない。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司会①：一年目はアイドル。上の年目はデビュー前から応援している古参ファンです。</a:t>
            </a:r>
          </a:p>
          <a:p xmlns:a="http://schemas.openxmlformats.org/drawingml/2006/main">
            <a:r>
              <a:t>司会②：チーム全員で一緒に動き、応援や撮影、準備を分担してグループを支えてください。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司会②：全国ツアーを回り、昔からのファンの力も借りて、新しいファンを増やしてください。</a:t>
            </a:r>
          </a:p>
          <a:p xmlns:a="http://schemas.openxmlformats.org/drawingml/2006/main">
            <a:r>
              <a:t>司会①：最後は共用棟の武道館ライブ。一番ファンが多いグループだけが、メジャーデビューをつかみます。詳しい採点は参加者サイトとライブ前の説明で確認できます。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司会①：全国ツアーは、クラーク像前、博物館前、工学部噴水前、18条ステージの4会場です。</a:t>
            </a:r>
          </a:p>
          <a:p xmlns:a="http://schemas.openxmlformats.org/drawingml/2006/main">
            <a:r>
              <a:t>司会②：会場で何をするかは、到着してからのお楽しみ。回る順番はグループごとに違うので、参加者サイトの予定を見て移動してください。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司会②：GBは、活動の中で稼げるゲーム内のお金です。</a:t>
            </a:r>
          </a:p>
          <a:p xmlns:a="http://schemas.openxmlformats.org/drawingml/2006/main">
            <a:r>
              <a:t>司会①：ツアーで着る衣装や、最後の武道館ライブの装飾を買えます。チームで相談して、どう使うか考えてください。詳しい行動や商品は、あとでチームLINEと参加者サイトで案内します。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司会①：出発して最初の会場に着くまでに、グループ名とアイドルらしい挨拶を考えてください。決まったら、チームLINEでマネージャーに送ってください。</a:t>
            </a:r>
          </a:p>
          <a:p xmlns:a="http://schemas.openxmlformats.org/drawingml/2006/main">
            <a:r>
              <a:t>司会②：予定と取れる行動は参加者サイトにあります。各チームLINEにもリンクを送ります。自分たちのグループを選んで、最初の会場と集合時刻を確認しましょう。</a:t>
            </a:r>
          </a:p>
          <a:p xmlns:a="http://schemas.openxmlformats.org/drawingml/2006/main">
            <a:r>
              <a:t>司会①：それでは、メジャーデビューを目指して出発です！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f9c14a8f145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b9c3efecd43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7aedf1d764f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73b9b6d9841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c9ddd441a48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52f5aaeb94f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28A38E-DB76-4B28-B158-B201E5E28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572245-7315-40D3-977F-2506129C1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5F85ED-F7FF-4D1A-9C19-ADDC5F49E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6A6D38-9652-4476-8714-EC46447E9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1F7862-056C-40F9-87D9-6AB8B1FED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6AB02D-9F47-4378-9A9B-AEB0FF748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9F454D-6A6E-4088-B917-E32BE83AA0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EF5962-3E48-4D98-9FBC-56584B8A78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AC132-1AE4-431F-A47B-BEE98B4C9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FD5CDF-02CA-4629-8869-4880F5986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f671c6fd84a4d" /><Relationship Type="http://schemas.openxmlformats.org/officeDocument/2006/relationships/slideLayout" Target="/ppt/slideLayouts/slideLayout1.xml" Id="R8d35a9971aef45b7" /><Relationship Type="http://schemas.openxmlformats.org/officeDocument/2006/relationships/slideLayout" Target="/ppt/slideLayouts/slideLayout2.xml" Id="R8fb57907c06442af" /><Relationship Type="http://schemas.openxmlformats.org/officeDocument/2006/relationships/slideLayout" Target="/ppt/slideLayouts/slideLayout3.xml" Id="Rc1b6261e1622434e" /><Relationship Type="http://schemas.openxmlformats.org/officeDocument/2006/relationships/slideLayout" Target="/ppt/slideLayouts/slideLayout4.xml" Id="Rabbc776927da4523" /><Relationship Type="http://schemas.openxmlformats.org/officeDocument/2006/relationships/slideLayout" Target="/ppt/slideLayouts/slideLayout5.xml" Id="R672fb8d85e5d474e" /><Relationship Type="http://schemas.openxmlformats.org/officeDocument/2006/relationships/slideLayout" Target="/ppt/slideLayouts/slideLayout6.xml" Id="Rbc2f75b0c62246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5a9971aef45b7"/>
    <p:sldLayoutId xmlns:r="http://schemas.openxmlformats.org/officeDocument/2006/relationships" id="2147483650" r:id="R8fb57907c06442af"/>
    <p:sldLayoutId xmlns:r="http://schemas.openxmlformats.org/officeDocument/2006/relationships" id="2147483651" r:id="Rc1b6261e1622434e"/>
    <p:sldLayoutId xmlns:r="http://schemas.openxmlformats.org/officeDocument/2006/relationships" id="2147483652" r:id="Rabbc776927da4523"/>
    <p:sldLayoutId xmlns:r="http://schemas.openxmlformats.org/officeDocument/2006/relationships" id="2147483653" r:id="R672fb8d85e5d474e"/>
    <p:sldLayoutId xmlns:r="http://schemas.openxmlformats.org/officeDocument/2006/relationships" id="2147483654" r:id="Rbc2f75b0c62246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85bf394ab4fc4" /><Relationship Type="http://schemas.openxmlformats.org/officeDocument/2006/relationships/image" Target="/ppt/media/image.png" Id="Rd3bed12f2d244f82" /><Relationship Type="http://schemas.openxmlformats.org/officeDocument/2006/relationships/notesSlide" Target="/ppt/notesSlides/notesSlide1.xml" Id="R2e87952de6d6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47b4c4a7043fb" /><Relationship Type="http://schemas.openxmlformats.org/officeDocument/2006/relationships/notesSlide" Target="/ppt/notesSlides/notesSlide2.xml" Id="R5a39592235784f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cc6aa51764ee6" /><Relationship Type="http://schemas.openxmlformats.org/officeDocument/2006/relationships/notesSlide" Target="/ppt/notesSlides/notesSlide3.xml" Id="R6a4065f1cc6d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86d8aa3334e2e" /><Relationship Type="http://schemas.openxmlformats.org/officeDocument/2006/relationships/notesSlide" Target="/ppt/notesSlides/notesSlide4.xml" Id="R2fb45db2b81d47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024b4dfb6407b" /><Relationship Type="http://schemas.openxmlformats.org/officeDocument/2006/relationships/notesSlide" Target="/ppt/notesSlides/notesSlide5.xml" Id="R34a4f8e9aabe40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8c0b6e64d460a" /><Relationship Type="http://schemas.openxmlformats.org/officeDocument/2006/relationships/image" Target="/ppt/media/image2.png" Id="R81cf399e739947b3" /><Relationship Type="http://schemas.openxmlformats.org/officeDocument/2006/relationships/image" Target="/ppt/media/image3.png" Id="R319218a94c0f4d30" /><Relationship Type="http://schemas.openxmlformats.org/officeDocument/2006/relationships/notesSlide" Target="/ppt/notesSlides/notesSlide6.xml" Id="Rb11e68ce62554d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AD4C-3B54-4297-9F00-1146EB7E0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ed12f2d244f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860CBB-8AAB-438B-8963-87DEC29D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327 アイドル駅伝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17309F8-EC67-4989-935D-26659AFB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rPr>
              <a:t>デビュー記者会見</a:t>
            </a:r>
          </a:p>
        </p:txBody>
      </p:sp>
    </p:spTree>
    <p:extLst>
      <p:ext uri="{BB962C8B-B14F-4D97-AF65-F5344CB8AC3E}">
        <p14:creationId xmlns:p14="http://schemas.microsoft.com/office/powerpoint/2010/main" val="829592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C300-077C-4A5D-918F-F1FCAEC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一年目がアイドル、古参ファンがグループを支える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2282DE3-BA58-4200-B59F-C15ABE7A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0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一年目：アイドル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73E6617-EE1B-4D6A-9D6B-60B97EA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ツアーのステージに出演する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DE2142A-8BFD-49E9-836F-185B145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衣装や演技で魅力を伝える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0464D65-E6E7-413C-A7D6-CB86DC1A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最初の会場に着くまでに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グループ名と挨拶を考える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AC4ACABD-FFE0-435D-9FA5-53FEE42B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0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上の年目：古参ファン</a:t>
            </a:r>
          </a:p>
        </p:txBody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F8DD61EB-28AC-4168-AFA5-558A48AE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労働や応援でアイドルを支える</a:t>
            </a:r>
          </a:p>
        </p:txBody>
      </p:sp>
      <p:sp>
        <p:nvSpPr>
          <p:cNvPr id="8" name="body-6">
            <a:extLst xmlns:a="http://schemas.openxmlformats.org/drawingml/2006/main">
              <a:ext uri="{FF2B5EF4-FFF2-40B4-BE49-F238E27FC236}">
                <a16:creationId xmlns:a16="http://schemas.microsoft.com/office/drawing/2014/main" id="{552E96C3-E41C-4BEF-985D-B4B7260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撮影や衣装の準備を手伝う</a:t>
            </a:r>
          </a:p>
        </p:txBody>
      </p:sp>
      <p:sp>
        <p:nvSpPr>
          <p:cNvPr id="9" name="body-7">
            <a:extLst xmlns:a="http://schemas.openxmlformats.org/drawingml/2006/main">
              <a:ext uri="{FF2B5EF4-FFF2-40B4-BE49-F238E27FC236}">
                <a16:creationId xmlns:a16="http://schemas.microsoft.com/office/drawing/2014/main" id="{79681E27-2B31-408A-A8BF-0538518B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チーム全員で一緒に移動する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A0883D-60CB-4B93-B732-B6262FB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705443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6AE352-D7D8-4BFF-9A51-F69B004C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一番ファンの多いグループが、メジャーデビュー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5A2DC91-D038-4A1F-8AA2-E7345DE3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全国ツアーで、新しいファンを獲得する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210BA99-222F-4AD3-9E3B-23E6983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最後は共用棟の「武道館」でライブ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D0B7572-EE4C-49B3-95E1-36597C3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FF5C98"/>
                </a:solidFill>
                <a:latin typeface="Noto Sans JP"/>
                <a:ea typeface="Noto Sans JP"/>
                <a:cs typeface="Noto Sans JP"/>
              </a:rPr>
              <a:t>ライブ終了時のファン数で優勝が決まる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F5AC7B-39BD-4B3A-9122-12C7742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355166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500826-F9FC-4D3F-AA91-0418FB2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全国ツアーは、北大構内の4会場を巡る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BAA2C-D8EB-4006-BAB3-772388CABF79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23060"/>
                <a:gridCol w="9197340"/>
              </a:tblGrid>
              <a:tr h="796290">
                <a:tc>
                  <a:txBody>
                    <a:bodyPr/>
                    <a:lstStyle/>
                    <a:p>
                      <a:r>
                        <a:rPr sz="27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会場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C8D3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7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場所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C8D3E9"/>
                      </a:solidFill>
                    </a:lnB>
                    <a:noFill/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クラーク像前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博物館前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工学部噴水前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18条ステージ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756F05-DB54-4917-BAD0-4F45F181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57425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BF38AF-2A38-4871-A033-9C8C507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GBを稼いで、衣装や武道館の装飾に使おう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A0DE1C2-B7AD-4C78-8F69-A3D5A73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rPr>
              <a:t>GBは、ゲーム内のお金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A675D60-E703-4CA5-8ABA-09430D9F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活動の中で稼いで、グループを育てる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2031D50-9534-4F0C-A074-31BEB2A3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ツアーで着る衣装を買う</a:t>
            </a:r>
          </a:p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武道館ライブの装飾を買う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59497D-9F9F-417C-9CF0-27118445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388821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8C45D-CDC5-4C05-9B96-6ACE0EF01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f399e739947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C9EB34-7B7C-46CB-B0C4-74DFFED8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移動中にグループ名と挨拶を考え、予定を確認する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98A4BDD-75D2-49DB-8B8B-AD0222B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参加者ページを開く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075AB97C-E398-414C-8A63-1A3FEAF9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自分のグループを選んで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最初の会場・集合時刻を見る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3FA3A778-FB4E-45B6-840E-E2A4ADC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19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ファン数・GB・順位は全チーム公開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3812A2A6-D1E3-4A54-B3FD-269BD0F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rPr>
              <a:t>名前と挨拶をマネージャーへ送る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6E907-EAC7-4E8F-9A64-9850B5AC0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218a94c0f4d30"/>
          <a:stretch xmlns:a="http://schemas.openxmlformats.org/drawingml/2006/main"/>
        </p:blipFill>
        <p:spPr>
          <a:xfrm xmlns:a="http://schemas.openxmlformats.org/drawingml/2006/main">
            <a:off x="8134350" y="2228850"/>
            <a:ext cx="2990850" cy="2990850"/>
          </a:xfrm>
          <a:prstGeom xmlns:a="http://schemas.openxmlformats.org/drawingml/2006/main" prst="rect">
            <a:avLst/>
          </a:prstGeom>
        </p:spPr>
      </p:pic>
      <p:sp>
        <p:nvSpPr>
          <p:cNvPr id="8" name="body-5">
            <a:extLst xmlns:a="http://schemas.openxmlformats.org/drawingml/2006/main">
              <a:ext uri="{FF2B5EF4-FFF2-40B4-BE49-F238E27FC236}">
                <a16:creationId xmlns:a16="http://schemas.microsoft.com/office/drawing/2014/main" id="{177AC5BA-234E-4065-823C-EACADFA8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10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ログイン不要</a:t>
            </a:r>
          </a:p>
        </p:txBody>
      </p:sp>
      <p:sp>
        <p:nvSpPr>
          <p:cNvPr id="9" name="body-6">
            <a:extLst xmlns:a="http://schemas.openxmlformats.org/drawingml/2006/main">
              <a:ext uri="{FF2B5EF4-FFF2-40B4-BE49-F238E27FC236}">
                <a16:creationId xmlns:a16="http://schemas.microsoft.com/office/drawing/2014/main" id="{2CEC71AC-B0D3-4262-9522-72F071D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全体LINEのリンクからも開ける</a:t>
            </a:r>
          </a:p>
        </p:txBody>
      </p:sp>
    </p:spTree>
    <p:extLst>
      <p:ext uri="{BB962C8B-B14F-4D97-AF65-F5344CB8AC3E}">
        <p14:creationId xmlns:p14="http://schemas.microsoft.com/office/powerpoint/2010/main" val="1966053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2026-10-12T02:41:25.9280000Z</dcterms:created>
  <dcterms:modified xsi:type="dcterms:W3CDTF">2026-10-12T02:41:25.9280000Z</dcterms:modified>
</coreProperties>
</file>